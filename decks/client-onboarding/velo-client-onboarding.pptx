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home/user/velo/decks/client-onboarding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Velo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ads live — a quick walkthrough for new clients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 AD ACCOUNT SETUP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things and we're ready to launch your campaigns.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user/velo/decks/client-onboarding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3888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5661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 as a Partner in Meta Business Manager. No passwords — you stay in control.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2194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user/velo/decks/client-onboarding/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430" y="238887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89120" y="35661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on file on your ad account. Ad spend bills directly to you, always.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38160" y="2194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user/velo/decks/client-onboarding/imag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470" y="238887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Assets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38160" y="35661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photos or video, and any brand guidelines we should follow in your ads.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— Client Onboarding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Grant Partner Access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Business Settings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business.facebook.com/settings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743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Partners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0815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Partners → Add → “Give a partner access to your assets”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our Business 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1330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Velo's Business Manager ID and click Next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73736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2FB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0" descr="/home/user/velo/decks/client-onboarding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620" y="226314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381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Business Manager ID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3816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1670265237374847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13816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 is safe to share — it only lets a business request access, never grants it automatically.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— Client Onboarding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Assign the Right Assets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these boxes and assign us the access level shown.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2FBF9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user/velo/decks/client-onboarding/bull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930" y="26403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Account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campaigns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2FBF9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user/velo/decks/client-onboarding/face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570" y="26403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Page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Page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2FB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22376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user/velo/decks/client-onboarding/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210" y="26403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Account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4652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access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44000" y="2148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2FBF9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840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user/velo/decks/client-onboarding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850" y="264033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/ Dataset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8116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— Client Onboarding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home/user/velo/decks/client-onboarding/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1658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03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Add Your Payment Method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Manager → Billing (or Business Settings → Payment Methods)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37307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3657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 bills directly through Meta — spend goes straight to you, no markup.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43251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42519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see or store your card details.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49194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846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never waiting on us to front ad spend before a campaign can launch.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— Client Onboarding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user/velo/decks/client-onboarding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430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03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All Set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access and your payment method are confirmed, we'll get your first campaign into review.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023360"/>
            <a:ext cx="6858000" cy="1280160"/>
          </a:xfrm>
          <a:prstGeom prst="roundRect">
            <a:avLst>
              <a:gd name="adj" fmla="val 8571"/>
            </a:avLst>
          </a:prstGeom>
          <a:solidFill>
            <a:srgbClr val="F2FBF9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402336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Just reply to this video or message me directly.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 — Client Onboarding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2026-07-31T00:41:04Z</dcterms:created>
  <dcterms:modified xsi:type="dcterms:W3CDTF">2026-07-31T00:41:04Z</dcterms:modified>
</cp:coreProperties>
</file>